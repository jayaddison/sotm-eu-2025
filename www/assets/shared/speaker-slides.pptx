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0080625" cy="5670550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GB" sz="4400" spc="-1" strike="noStrike">
              <a:solidFill>
                <a:srgbClr val="001553"/>
              </a:solidFill>
              <a:latin typeface="Raleway Black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GB" sz="4400" spc="-1" strike="noStrike">
              <a:solidFill>
                <a:srgbClr val="001553"/>
              </a:solidFill>
              <a:latin typeface="Raleway Black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solidFill>
                <a:srgbClr val="001553"/>
              </a:solidFill>
              <a:latin typeface="Raleway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GB" sz="4400" spc="-1" strike="noStrike">
              <a:solidFill>
                <a:srgbClr val="001553"/>
              </a:solidFill>
              <a:latin typeface="Raleway Black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solidFill>
                <a:srgbClr val="001553"/>
              </a:solidFill>
              <a:latin typeface="Raleway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solidFill>
                <a:srgbClr val="001553"/>
              </a:solidFill>
              <a:latin typeface="Raleway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GB" sz="4400" spc="-1" strike="noStrike">
              <a:solidFill>
                <a:srgbClr val="001553"/>
              </a:solidFill>
              <a:latin typeface="Raleway Black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8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GB" sz="4400" spc="-1" strike="noStrike">
              <a:solidFill>
                <a:srgbClr val="001553"/>
              </a:solidFill>
              <a:latin typeface="Raleway Black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solidFill>
                <a:srgbClr val="001553"/>
              </a:solidFill>
              <a:latin typeface="Raleway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solidFill>
                <a:srgbClr val="001553"/>
              </a:solidFill>
              <a:latin typeface="Raleway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solidFill>
                <a:srgbClr val="001553"/>
              </a:solidFill>
              <a:latin typeface="Raleway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GB" sz="4400" spc="-1" strike="noStrike">
              <a:solidFill>
                <a:srgbClr val="001553"/>
              </a:solidFill>
              <a:latin typeface="Raleway Black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solidFill>
                <a:srgbClr val="001553"/>
              </a:solidFill>
              <a:latin typeface="Raleway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solidFill>
                <a:srgbClr val="001553"/>
              </a:solidFill>
              <a:latin typeface="Raleway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solidFill>
                <a:srgbClr val="001553"/>
              </a:solidFill>
              <a:latin typeface="Raleway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GB" sz="4400" spc="-1" strike="noStrike">
              <a:solidFill>
                <a:srgbClr val="001553"/>
              </a:solidFill>
              <a:latin typeface="Raleway Black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solidFill>
                <a:srgbClr val="001553"/>
              </a:solidFill>
              <a:latin typeface="Raleway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solidFill>
                <a:srgbClr val="001553"/>
              </a:solidFill>
              <a:latin typeface="Raleway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body"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solidFill>
                <a:srgbClr val="001553"/>
              </a:solidFill>
              <a:latin typeface="Raleway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GB" sz="4400" spc="-1" strike="noStrike">
              <a:solidFill>
                <a:srgbClr val="001553"/>
              </a:solidFill>
              <a:latin typeface="Raleway Black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solidFill>
                <a:srgbClr val="001553"/>
              </a:solidFill>
              <a:latin typeface="Raleway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solidFill>
                <a:srgbClr val="001553"/>
              </a:solidFill>
              <a:latin typeface="Raleway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GB" sz="4400" spc="-1" strike="noStrike">
              <a:solidFill>
                <a:srgbClr val="001553"/>
              </a:solidFill>
              <a:latin typeface="Raleway Black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solidFill>
                <a:srgbClr val="001553"/>
              </a:solidFill>
              <a:latin typeface="Raleway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solidFill>
                <a:srgbClr val="001553"/>
              </a:solidFill>
              <a:latin typeface="Raleway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body"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solidFill>
                <a:srgbClr val="001553"/>
              </a:solidFill>
              <a:latin typeface="Raleway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body"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solidFill>
                <a:srgbClr val="001553"/>
              </a:solidFill>
              <a:latin typeface="Raleway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GB" sz="4400" spc="-1" strike="noStrike">
              <a:solidFill>
                <a:srgbClr val="001553"/>
              </a:solidFill>
              <a:latin typeface="Raleway Black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solidFill>
                <a:srgbClr val="001553"/>
              </a:solidFill>
              <a:latin typeface="Raleway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body"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solidFill>
                <a:srgbClr val="001553"/>
              </a:solidFill>
              <a:latin typeface="Raleway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body"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solidFill>
                <a:srgbClr val="001553"/>
              </a:solidFill>
              <a:latin typeface="Raleway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 type="body"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solidFill>
                <a:srgbClr val="001553"/>
              </a:solidFill>
              <a:latin typeface="Raleway"/>
            </a:endParaRPr>
          </a:p>
        </p:txBody>
      </p:sp>
      <p:sp>
        <p:nvSpPr>
          <p:cNvPr id="40" name="PlaceHolder 6"/>
          <p:cNvSpPr>
            <a:spLocks noGrp="1"/>
          </p:cNvSpPr>
          <p:nvPr>
            <p:ph type="body"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solidFill>
                <a:srgbClr val="001553"/>
              </a:solidFill>
              <a:latin typeface="Raleway"/>
            </a:endParaRPr>
          </a:p>
        </p:txBody>
      </p:sp>
      <p:sp>
        <p:nvSpPr>
          <p:cNvPr id="41" name="PlaceHolder 7"/>
          <p:cNvSpPr>
            <a:spLocks noGrp="1"/>
          </p:cNvSpPr>
          <p:nvPr>
            <p:ph type="body"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solidFill>
                <a:srgbClr val="001553"/>
              </a:solidFill>
              <a:latin typeface="Raleway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r>
              <a:rPr b="0" lang="en-GB" sz="4400" spc="-1" strike="noStrike">
                <a:solidFill>
                  <a:srgbClr val="001553"/>
                </a:solidFill>
                <a:latin typeface="Raleway Black"/>
              </a:rPr>
              <a:t>Click to edit the title text format</a:t>
            </a:r>
            <a:endParaRPr b="0" lang="en-GB" sz="4400" spc="-1" strike="noStrike">
              <a:solidFill>
                <a:srgbClr val="001553"/>
              </a:solidFill>
              <a:latin typeface="Raleway Black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1553"/>
              </a:buClr>
              <a:buSzPct val="45000"/>
              <a:buFont typeface="Wingdings" charset="2"/>
              <a:buChar char=""/>
            </a:pPr>
            <a:r>
              <a:rPr b="0" lang="en-GB" sz="3200" spc="-1" strike="noStrike">
                <a:solidFill>
                  <a:srgbClr val="001553"/>
                </a:solidFill>
                <a:latin typeface="Raleway"/>
              </a:rPr>
              <a:t>Click to edit the outline text format</a:t>
            </a:r>
            <a:endParaRPr b="0" lang="en-GB" sz="3200" spc="-1" strike="noStrike">
              <a:solidFill>
                <a:srgbClr val="001553"/>
              </a:solidFill>
              <a:latin typeface="Raleway"/>
            </a:endParaRPr>
          </a:p>
          <a:p>
            <a:pPr lvl="1" marL="864000" indent="-324000">
              <a:spcBef>
                <a:spcPts val="1134"/>
              </a:spcBef>
              <a:buClr>
                <a:srgbClr val="001553"/>
              </a:buClr>
              <a:buSzPct val="75000"/>
              <a:buFont typeface="Symbol" charset="2"/>
              <a:buChar char=""/>
            </a:pPr>
            <a:r>
              <a:rPr b="0" lang="en-GB" sz="2800" spc="-1" strike="noStrike">
                <a:solidFill>
                  <a:srgbClr val="001553"/>
                </a:solidFill>
                <a:latin typeface="Raleway"/>
              </a:rPr>
              <a:t>Second Outline Level</a:t>
            </a:r>
            <a:endParaRPr b="0" lang="en-GB" sz="2800" spc="-1" strike="noStrike">
              <a:solidFill>
                <a:srgbClr val="001553"/>
              </a:solidFill>
              <a:latin typeface="Raleway"/>
            </a:endParaRPr>
          </a:p>
          <a:p>
            <a:pPr lvl="2" marL="1296000" indent="-288000">
              <a:spcBef>
                <a:spcPts val="850"/>
              </a:spcBef>
              <a:buClr>
                <a:srgbClr val="001553"/>
              </a:buClr>
              <a:buSzPct val="45000"/>
              <a:buFont typeface="Wingdings" charset="2"/>
              <a:buChar char=""/>
            </a:pPr>
            <a:r>
              <a:rPr b="0" lang="en-GB" sz="2400" spc="-1" strike="noStrike">
                <a:solidFill>
                  <a:srgbClr val="001553"/>
                </a:solidFill>
                <a:latin typeface="Raleway"/>
              </a:rPr>
              <a:t>Third Outline Level</a:t>
            </a:r>
            <a:endParaRPr b="0" lang="en-GB" sz="2400" spc="-1" strike="noStrike">
              <a:solidFill>
                <a:srgbClr val="001553"/>
              </a:solidFill>
              <a:latin typeface="Raleway"/>
            </a:endParaRPr>
          </a:p>
          <a:p>
            <a:pPr lvl="3" marL="1728000" indent="-216000">
              <a:spcBef>
                <a:spcPts val="567"/>
              </a:spcBef>
              <a:buClr>
                <a:srgbClr val="001553"/>
              </a:buClr>
              <a:buSzPct val="75000"/>
              <a:buFont typeface="Symbol" charset="2"/>
              <a:buChar char=""/>
            </a:pPr>
            <a:r>
              <a:rPr b="0" lang="en-GB" sz="2000" spc="-1" strike="noStrike">
                <a:solidFill>
                  <a:srgbClr val="001553"/>
                </a:solidFill>
                <a:latin typeface="Raleway"/>
              </a:rPr>
              <a:t>Fourth Outline Level</a:t>
            </a:r>
            <a:endParaRPr b="0" lang="en-GB" sz="2000" spc="-1" strike="noStrike">
              <a:solidFill>
                <a:srgbClr val="001553"/>
              </a:solidFill>
              <a:latin typeface="Raleway"/>
            </a:endParaRPr>
          </a:p>
          <a:p>
            <a:pPr lvl="4" marL="2160000" indent="-216000">
              <a:spcBef>
                <a:spcPts val="283"/>
              </a:spcBef>
              <a:buClr>
                <a:srgbClr val="001553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1553"/>
                </a:solidFill>
                <a:latin typeface="Raleway"/>
              </a:rPr>
              <a:t>Fifth Outline Level</a:t>
            </a:r>
            <a:endParaRPr b="0" lang="en-GB" sz="2000" spc="-1" strike="noStrike">
              <a:solidFill>
                <a:srgbClr val="001553"/>
              </a:solidFill>
              <a:latin typeface="Raleway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1553"/>
                </a:solidFill>
                <a:latin typeface="Raleway"/>
              </a:rPr>
              <a:t>Sixth Outline Level</a:t>
            </a:r>
            <a:endParaRPr b="0" lang="en-GB" sz="2000" spc="-1" strike="noStrike">
              <a:solidFill>
                <a:srgbClr val="001553"/>
              </a:solidFill>
              <a:latin typeface="Raleway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1553"/>
                </a:solidFill>
                <a:latin typeface="Raleway"/>
              </a:rPr>
              <a:t>Seventh Outline Level</a:t>
            </a:r>
            <a:endParaRPr b="0" lang="en-GB" sz="2000" spc="-1" strike="noStrike">
              <a:solidFill>
                <a:srgbClr val="001553"/>
              </a:solidFill>
              <a:latin typeface="Raleway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r>
              <a:rPr b="0" lang="en-GB" sz="1400" spc="-1" strike="noStrike">
                <a:latin typeface="Times New Roman"/>
              </a:rPr>
              <a:t>&lt;date/time&gt;</a:t>
            </a:r>
            <a:endParaRPr b="0" lang="en-GB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algn="ctr"/>
            <a:r>
              <a:rPr b="0" lang="en-GB" sz="1400" spc="-1" strike="noStrike">
                <a:solidFill>
                  <a:srgbClr val="001553"/>
                </a:solidFill>
                <a:latin typeface="Raleway"/>
              </a:rPr>
              <a:t>&lt;footer&gt;</a:t>
            </a:r>
            <a:endParaRPr b="0" lang="en-GB" sz="1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</p:spPr>
        <p:txBody>
          <a:bodyPr lIns="0" rIns="0" tIns="0" bIns="0">
            <a:noAutofit/>
          </a:bodyPr>
          <a:p>
            <a:pPr algn="r"/>
            <a:fld id="{07DC73AD-E874-464F-947F-44749C297346}" type="slidenum">
              <a:rPr b="0" lang="en-GB" sz="1400" spc="-1" strike="noStrike">
                <a:solidFill>
                  <a:srgbClr val="001553"/>
                </a:solidFill>
                <a:latin typeface="Raleway"/>
              </a:rPr>
              <a:t>&lt;number&gt;</a:t>
            </a:fld>
            <a:r>
              <a:rPr b="0" lang="en-GB" sz="1400" spc="-1" strike="noStrike">
                <a:solidFill>
                  <a:srgbClr val="001553"/>
                </a:solidFill>
                <a:latin typeface="Raleway"/>
              </a:rPr>
              <a:t> (</a:t>
            </a:r>
            <a:fld id="{3D7E333F-1920-4908-9FA5-0E998A7BEBC8}" type="slidecount">
              <a:rPr b="0" lang="en-GB" sz="1400" spc="-1" strike="noStrike">
                <a:solidFill>
                  <a:srgbClr val="001553"/>
                </a:solidFill>
                <a:latin typeface="Raleway"/>
              </a:rPr>
              <a:t>&lt;count&gt;</a:t>
            </a:fld>
            <a:r>
              <a:rPr b="0" lang="en-GB" sz="1400" spc="-1" strike="noStrike">
                <a:solidFill>
                  <a:srgbClr val="001553"/>
                </a:solidFill>
                <a:latin typeface="Raleway"/>
              </a:rPr>
              <a:t>)</a:t>
            </a:r>
            <a:endParaRPr b="0" lang="en-GB" sz="1400" spc="-1" strike="noStrike">
              <a:latin typeface="Times New Roman"/>
            </a:endParaRPr>
          </a:p>
        </p:txBody>
      </p:sp>
      <p:pic>
        <p:nvPicPr>
          <p:cNvPr id="5" name="" descr=""/>
          <p:cNvPicPr/>
          <p:nvPr/>
        </p:nvPicPr>
        <p:blipFill>
          <a:blip r:embed="rId2"/>
          <a:stretch/>
        </p:blipFill>
        <p:spPr>
          <a:xfrm>
            <a:off x="504000" y="5095800"/>
            <a:ext cx="2520000" cy="460080"/>
          </a:xfrm>
          <a:prstGeom prst="rect">
            <a:avLst/>
          </a:prstGeom>
          <a:ln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CustomShape 1"/>
          <p:cNvSpPr/>
          <p:nvPr/>
        </p:nvSpPr>
        <p:spPr>
          <a:xfrm>
            <a:off x="0" y="0"/>
            <a:ext cx="10080000" cy="5670000"/>
          </a:xfrm>
          <a:prstGeom prst="rect">
            <a:avLst/>
          </a:prstGeom>
          <a:solidFill>
            <a:srgbClr val="001553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43" name="" descr=""/>
          <p:cNvPicPr/>
          <p:nvPr/>
        </p:nvPicPr>
        <p:blipFill>
          <a:blip r:embed="rId1"/>
          <a:srcRect l="0" t="0" r="38615" b="43168"/>
          <a:stretch/>
        </p:blipFill>
        <p:spPr>
          <a:xfrm>
            <a:off x="5158440" y="2448000"/>
            <a:ext cx="4921200" cy="3221640"/>
          </a:xfrm>
          <a:prstGeom prst="rect">
            <a:avLst/>
          </a:prstGeom>
          <a:ln>
            <a:noFill/>
          </a:ln>
        </p:spPr>
      </p:pic>
      <p:sp>
        <p:nvSpPr>
          <p:cNvPr id="44" name="CustomShape 2"/>
          <p:cNvSpPr/>
          <p:nvPr/>
        </p:nvSpPr>
        <p:spPr>
          <a:xfrm>
            <a:off x="3672000" y="1172520"/>
            <a:ext cx="5903640" cy="1707480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5" name="TextShape 3"/>
          <p:cNvSpPr txBox="1"/>
          <p:nvPr/>
        </p:nvSpPr>
        <p:spPr>
          <a:xfrm>
            <a:off x="3456000" y="1244520"/>
            <a:ext cx="6119640" cy="15634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GB" sz="5400" spc="-1" strike="noStrike">
                <a:solidFill>
                  <a:srgbClr val="001553"/>
                </a:solidFill>
                <a:latin typeface="Raleway Black"/>
              </a:rPr>
              <a:t>Title of Talk</a:t>
            </a:r>
            <a:endParaRPr b="0" lang="en-GB" sz="5400" spc="-1" strike="noStrike">
              <a:latin typeface="Arial"/>
            </a:endParaRPr>
          </a:p>
          <a:p>
            <a:pPr algn="ctr"/>
            <a:r>
              <a:rPr b="0" lang="en-GB" sz="3200" spc="-1" strike="noStrike">
                <a:solidFill>
                  <a:srgbClr val="f82249"/>
                </a:solidFill>
                <a:latin typeface="Raleway"/>
              </a:rPr>
              <a:t>Optional subtitle</a:t>
            </a:r>
            <a:endParaRPr b="0" lang="en-GB" sz="3200" spc="-1" strike="noStrike">
              <a:latin typeface="Arial"/>
            </a:endParaRPr>
          </a:p>
        </p:txBody>
      </p:sp>
      <p:pic>
        <p:nvPicPr>
          <p:cNvPr id="46" name="" descr=""/>
          <p:cNvPicPr/>
          <p:nvPr/>
        </p:nvPicPr>
        <p:blipFill>
          <a:blip r:embed="rId2"/>
          <a:stretch/>
        </p:blipFill>
        <p:spPr>
          <a:xfrm>
            <a:off x="504000" y="1172520"/>
            <a:ext cx="3579480" cy="3579480"/>
          </a:xfrm>
          <a:prstGeom prst="rect">
            <a:avLst/>
          </a:prstGeom>
          <a:ln>
            <a:noFill/>
          </a:ln>
        </p:spPr>
      </p:pic>
      <p:sp>
        <p:nvSpPr>
          <p:cNvPr id="47" name="TextShape 4"/>
          <p:cNvSpPr txBox="1"/>
          <p:nvPr/>
        </p:nvSpPr>
        <p:spPr>
          <a:xfrm>
            <a:off x="3600000" y="720000"/>
            <a:ext cx="5976000" cy="35856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 algn="ctr"/>
            <a:r>
              <a:rPr b="0" lang="en-GB" sz="1800" spc="-1" strike="noStrike">
                <a:solidFill>
                  <a:srgbClr val="f82249"/>
                </a:solidFill>
                <a:latin typeface="Raleway Black"/>
              </a:rPr>
              <a:t>State of the Map Europe 2025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48" name="TextShape 5"/>
          <p:cNvSpPr txBox="1"/>
          <p:nvPr/>
        </p:nvSpPr>
        <p:spPr>
          <a:xfrm>
            <a:off x="3672000" y="3312000"/>
            <a:ext cx="5904000" cy="104436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>
              <a:lnSpc>
                <a:spcPct val="100000"/>
              </a:lnSpc>
            </a:pPr>
            <a:r>
              <a:rPr b="0" lang="en-GB" sz="3200" spc="-1" strike="noStrike">
                <a:solidFill>
                  <a:srgbClr val="ffffff"/>
                </a:solidFill>
                <a:latin typeface="Raleway"/>
              </a:rPr>
              <a:t>Mr Speaker Name</a:t>
            </a:r>
            <a:endParaRPr b="0" lang="en-GB" sz="3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GB" sz="3200" spc="-1" strike="noStrike">
                <a:solidFill>
                  <a:srgbClr val="ffffff"/>
                </a:solidFill>
                <a:latin typeface="Raleway"/>
              </a:rPr>
              <a:t>Company Affiliation</a:t>
            </a:r>
            <a:endParaRPr b="0" lang="en-GB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Shape 1"/>
          <p:cNvSpPr txBox="1"/>
          <p:nvPr/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GB" sz="4400" spc="-1" strike="noStrike">
                <a:solidFill>
                  <a:srgbClr val="001553"/>
                </a:solidFill>
                <a:latin typeface="Raleway Black"/>
              </a:rPr>
              <a:t>Template Slideshow</a:t>
            </a:r>
            <a:endParaRPr b="0" lang="en-GB" sz="4400" spc="-1" strike="noStrike">
              <a:solidFill>
                <a:srgbClr val="001553"/>
              </a:solidFill>
              <a:latin typeface="Raleway Black"/>
            </a:endParaRPr>
          </a:p>
        </p:txBody>
      </p:sp>
      <p:sp>
        <p:nvSpPr>
          <p:cNvPr id="50" name="TextShape 2"/>
          <p:cNvSpPr txBox="1"/>
          <p:nvPr/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GB" sz="3200" spc="-1" strike="noStrike">
                <a:latin typeface="Raleway"/>
              </a:rPr>
              <a:t>A collection of slide styles for you to use at State of the Map Europe 2025</a:t>
            </a:r>
            <a:endParaRPr b="0" lang="en-GB" sz="3200" spc="-1" strike="noStrike">
              <a:latin typeface="Arial"/>
            </a:endParaRPr>
          </a:p>
          <a:p>
            <a:pPr algn="ctr"/>
            <a:endParaRPr b="0" lang="en-GB" sz="3200" spc="-1" strike="noStrike">
              <a:latin typeface="Arial"/>
            </a:endParaRPr>
          </a:p>
          <a:p>
            <a:pPr algn="ctr"/>
            <a:r>
              <a:rPr b="0" lang="en-GB" sz="3200" spc="-1" strike="noStrike">
                <a:latin typeface="Raleway"/>
              </a:rPr>
              <a:t>Containing fonts, colours, and graphics of the event branding.</a:t>
            </a:r>
            <a:endParaRPr b="0" lang="en-GB" sz="3200" spc="-1" strike="noStrike">
              <a:latin typeface="Arial"/>
            </a:endParaRPr>
          </a:p>
          <a:p>
            <a:pPr algn="ctr"/>
            <a:r>
              <a:rPr b="0" lang="en-GB" sz="3200" spc="-1" strike="noStrike">
                <a:latin typeface="Raleway"/>
              </a:rPr>
              <a:t>With helpful information for speakers.</a:t>
            </a:r>
            <a:endParaRPr b="0" lang="en-GB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Shape 1"/>
          <p:cNvSpPr txBox="1"/>
          <p:nvPr/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GB" sz="4400" spc="-1" strike="noStrike">
                <a:solidFill>
                  <a:srgbClr val="001553"/>
                </a:solidFill>
                <a:latin typeface="Raleway Black"/>
              </a:rPr>
              <a:t>You can use bullet points</a:t>
            </a:r>
            <a:endParaRPr b="0" lang="en-GB" sz="4400" spc="-1" strike="noStrike">
              <a:solidFill>
                <a:srgbClr val="001553"/>
              </a:solidFill>
              <a:latin typeface="Raleway Black"/>
            </a:endParaRPr>
          </a:p>
        </p:txBody>
      </p:sp>
      <p:sp>
        <p:nvSpPr>
          <p:cNvPr id="52" name="TextShape 2"/>
          <p:cNvSpPr txBox="1"/>
          <p:nvPr/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1553"/>
              </a:buClr>
              <a:buSzPct val="45000"/>
              <a:buFont typeface="Wingdings" charset="2"/>
              <a:buChar char=""/>
            </a:pPr>
            <a:r>
              <a:rPr b="0" lang="en-GB" sz="3200" spc="-1" strike="noStrike">
                <a:solidFill>
                  <a:srgbClr val="001553"/>
                </a:solidFill>
                <a:latin typeface="Raleway"/>
              </a:rPr>
              <a:t>Room information</a:t>
            </a:r>
            <a:endParaRPr b="0" lang="en-GB" sz="3200" spc="-1" strike="noStrike">
              <a:solidFill>
                <a:srgbClr val="001553"/>
              </a:solidFill>
              <a:latin typeface="Raleway"/>
            </a:endParaRPr>
          </a:p>
          <a:p>
            <a:pPr marL="432000" indent="-324000">
              <a:spcBef>
                <a:spcPts val="1417"/>
              </a:spcBef>
              <a:buClr>
                <a:srgbClr val="001553"/>
              </a:buClr>
              <a:buSzPct val="45000"/>
              <a:buFont typeface="Wingdings" charset="2"/>
              <a:buChar char=""/>
            </a:pPr>
            <a:r>
              <a:rPr b="0" lang="en-GB" sz="3200" spc="-1" strike="noStrike">
                <a:solidFill>
                  <a:srgbClr val="001553"/>
                </a:solidFill>
                <a:latin typeface="Raleway"/>
              </a:rPr>
              <a:t>Image/map example</a:t>
            </a:r>
            <a:endParaRPr b="0" lang="en-GB" sz="3200" spc="-1" strike="noStrike">
              <a:solidFill>
                <a:srgbClr val="001553"/>
              </a:solidFill>
              <a:latin typeface="Raleway"/>
            </a:endParaRPr>
          </a:p>
          <a:p>
            <a:pPr marL="432000" indent="-324000">
              <a:spcBef>
                <a:spcPts val="1417"/>
              </a:spcBef>
              <a:buClr>
                <a:srgbClr val="001553"/>
              </a:buClr>
              <a:buSzPct val="45000"/>
              <a:buFont typeface="Wingdings" charset="2"/>
              <a:buChar char=""/>
            </a:pPr>
            <a:r>
              <a:rPr b="0" lang="en-GB" sz="3200" spc="-1" strike="noStrike">
                <a:solidFill>
                  <a:srgbClr val="001553"/>
                </a:solidFill>
                <a:latin typeface="Raleway"/>
              </a:rPr>
              <a:t>Computer information</a:t>
            </a:r>
            <a:endParaRPr b="0" lang="en-GB" sz="3200" spc="-1" strike="noStrike">
              <a:solidFill>
                <a:srgbClr val="001553"/>
              </a:solidFill>
              <a:latin typeface="Raleway"/>
            </a:endParaRPr>
          </a:p>
          <a:p>
            <a:pPr lvl="1" marL="864000" indent="-324000">
              <a:spcBef>
                <a:spcPts val="1134"/>
              </a:spcBef>
              <a:buClr>
                <a:srgbClr val="001553"/>
              </a:buClr>
              <a:buSzPct val="75000"/>
              <a:buFont typeface="Symbol" charset="2"/>
              <a:buChar char=""/>
            </a:pPr>
            <a:r>
              <a:rPr b="0" lang="en-GB" sz="2800" spc="-1" strike="noStrike">
                <a:solidFill>
                  <a:srgbClr val="001553"/>
                </a:solidFill>
                <a:latin typeface="Raleway"/>
              </a:rPr>
              <a:t>Providing your slides</a:t>
            </a:r>
            <a:endParaRPr b="0" lang="en-GB" sz="2800" spc="-1" strike="noStrike">
              <a:solidFill>
                <a:srgbClr val="001553"/>
              </a:solidFill>
              <a:latin typeface="Raleway"/>
            </a:endParaRPr>
          </a:p>
          <a:p>
            <a:pPr marL="432000" indent="-324000">
              <a:spcBef>
                <a:spcPts val="1417"/>
              </a:spcBef>
              <a:buClr>
                <a:srgbClr val="001553"/>
              </a:buClr>
              <a:buSzPct val="45000"/>
              <a:buFont typeface="Wingdings" charset="2"/>
              <a:buChar char=""/>
            </a:pPr>
            <a:r>
              <a:rPr b="0" lang="en-GB" sz="3200" spc="-1" strike="noStrike">
                <a:solidFill>
                  <a:srgbClr val="001553"/>
                </a:solidFill>
                <a:latin typeface="Raleway"/>
              </a:rPr>
              <a:t>End slide</a:t>
            </a:r>
            <a:endParaRPr b="0" lang="en-GB" sz="3200" spc="-1" strike="noStrike">
              <a:solidFill>
                <a:srgbClr val="001553"/>
              </a:solidFill>
              <a:latin typeface="Raleway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Shape 1"/>
          <p:cNvSpPr txBox="1"/>
          <p:nvPr/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GB" sz="4400" spc="-1" strike="noStrike">
                <a:solidFill>
                  <a:srgbClr val="001553"/>
                </a:solidFill>
                <a:latin typeface="Raleway Black"/>
              </a:rPr>
              <a:t>Room information</a:t>
            </a:r>
            <a:endParaRPr b="0" lang="en-GB" sz="4400" spc="-1" strike="noStrike">
              <a:solidFill>
                <a:srgbClr val="001553"/>
              </a:solidFill>
              <a:latin typeface="Raleway Black"/>
            </a:endParaRPr>
          </a:p>
        </p:txBody>
      </p:sp>
      <p:sp>
        <p:nvSpPr>
          <p:cNvPr id="54" name="TextShape 2"/>
          <p:cNvSpPr txBox="1"/>
          <p:nvPr/>
        </p:nvSpPr>
        <p:spPr>
          <a:xfrm>
            <a:off x="504000" y="1182600"/>
            <a:ext cx="9071640" cy="356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rmAutofit fontScale="32000"/>
          </a:bodyPr>
          <a:p>
            <a:pPr marL="432000" indent="-324000">
              <a:spcBef>
                <a:spcPts val="1417"/>
              </a:spcBef>
              <a:buClr>
                <a:srgbClr val="001553"/>
              </a:buClr>
              <a:buSzPct val="45000"/>
              <a:buFont typeface="Wingdings" charset="2"/>
              <a:buChar char=""/>
            </a:pPr>
            <a:r>
              <a:rPr b="0" lang="en-GB" sz="3200" spc="-1" strike="noStrike">
                <a:solidFill>
                  <a:srgbClr val="001553"/>
                </a:solidFill>
                <a:latin typeface="Raleway"/>
              </a:rPr>
              <a:t>“</a:t>
            </a:r>
            <a:r>
              <a:rPr b="0" lang="en-GB" sz="3200" spc="-1" strike="noStrike">
                <a:solidFill>
                  <a:srgbClr val="001553"/>
                </a:solidFill>
                <a:latin typeface="Raleway"/>
              </a:rPr>
              <a:t>Area” is a large tiered lecture room (1516)</a:t>
            </a:r>
            <a:endParaRPr b="0" lang="en-GB" sz="3200" spc="-1" strike="noStrike">
              <a:solidFill>
                <a:srgbClr val="001553"/>
              </a:solidFill>
              <a:latin typeface="Raleway"/>
            </a:endParaRPr>
          </a:p>
          <a:p>
            <a:pPr lvl="1" marL="864000" indent="-324000">
              <a:spcBef>
                <a:spcPts val="1134"/>
              </a:spcBef>
              <a:buClr>
                <a:srgbClr val="001553"/>
              </a:buClr>
              <a:buSzPct val="75000"/>
              <a:buFont typeface="Symbol" charset="2"/>
              <a:buChar char=""/>
            </a:pPr>
            <a:r>
              <a:rPr b="0" lang="en-GB" sz="2800" spc="-1" strike="noStrike">
                <a:solidFill>
                  <a:srgbClr val="001553"/>
                </a:solidFill>
                <a:latin typeface="Raleway"/>
              </a:rPr>
              <a:t>Handheld and lapel microphones will be available.</a:t>
            </a:r>
            <a:endParaRPr b="0" lang="en-GB" sz="2800" spc="-1" strike="noStrike">
              <a:solidFill>
                <a:srgbClr val="001553"/>
              </a:solidFill>
              <a:latin typeface="Raleway"/>
            </a:endParaRPr>
          </a:p>
          <a:p>
            <a:pPr marL="432000" indent="-324000">
              <a:spcBef>
                <a:spcPts val="1417"/>
              </a:spcBef>
              <a:buClr>
                <a:srgbClr val="001553"/>
              </a:buClr>
              <a:buSzPct val="45000"/>
              <a:buFont typeface="Wingdings" charset="2"/>
              <a:buChar char=""/>
            </a:pPr>
            <a:r>
              <a:rPr b="0" lang="en-GB" sz="3200" spc="-1" strike="noStrike">
                <a:solidFill>
                  <a:srgbClr val="001553"/>
                </a:solidFill>
                <a:latin typeface="Raleway"/>
              </a:rPr>
              <a:t>“</a:t>
            </a:r>
            <a:r>
              <a:rPr b="0" lang="en-GB" sz="3200" spc="-1" strike="noStrike">
                <a:solidFill>
                  <a:srgbClr val="001553"/>
                </a:solidFill>
                <a:latin typeface="Raleway"/>
              </a:rPr>
              <a:t>Way” is a flat classroom (1001)</a:t>
            </a:r>
            <a:endParaRPr b="0" lang="en-GB" sz="3200" spc="-1" strike="noStrike">
              <a:solidFill>
                <a:srgbClr val="001553"/>
              </a:solidFill>
              <a:latin typeface="Raleway"/>
            </a:endParaRPr>
          </a:p>
          <a:p>
            <a:pPr lvl="1" marL="864000" indent="-324000">
              <a:spcBef>
                <a:spcPts val="1134"/>
              </a:spcBef>
              <a:buClr>
                <a:srgbClr val="001553"/>
              </a:buClr>
              <a:buSzPct val="75000"/>
              <a:buFont typeface="Symbol" charset="2"/>
              <a:buChar char=""/>
            </a:pPr>
            <a:r>
              <a:rPr b="0" lang="en-GB" sz="2800" spc="-1" strike="noStrike">
                <a:solidFill>
                  <a:srgbClr val="001553"/>
                </a:solidFill>
                <a:latin typeface="Raleway"/>
              </a:rPr>
              <a:t>Microphones will be used for the video recording but not for in-person sound.</a:t>
            </a:r>
            <a:endParaRPr b="0" lang="en-GB" sz="2800" spc="-1" strike="noStrike">
              <a:solidFill>
                <a:srgbClr val="001553"/>
              </a:solidFill>
              <a:latin typeface="Raleway"/>
            </a:endParaRPr>
          </a:p>
          <a:p>
            <a:pPr marL="432000" indent="-324000">
              <a:spcBef>
                <a:spcPts val="1417"/>
              </a:spcBef>
              <a:buClr>
                <a:srgbClr val="001553"/>
              </a:buClr>
              <a:buSzPct val="45000"/>
              <a:buFont typeface="Wingdings" charset="2"/>
              <a:buChar char=""/>
            </a:pPr>
            <a:r>
              <a:rPr b="0" lang="en-GB" sz="3200" spc="-1" strike="noStrike">
                <a:solidFill>
                  <a:srgbClr val="001553"/>
                </a:solidFill>
                <a:latin typeface="Raleway"/>
              </a:rPr>
              <a:t>“</a:t>
            </a:r>
            <a:r>
              <a:rPr b="0" lang="en-GB" sz="3200" spc="-1" strike="noStrike">
                <a:solidFill>
                  <a:srgbClr val="001553"/>
                </a:solidFill>
                <a:latin typeface="Raleway"/>
              </a:rPr>
              <a:t>Node” is a flat classroom (1004)</a:t>
            </a:r>
            <a:endParaRPr b="0" lang="en-GB" sz="3200" spc="-1" strike="noStrike">
              <a:solidFill>
                <a:srgbClr val="001553"/>
              </a:solidFill>
              <a:latin typeface="Raleway"/>
            </a:endParaRPr>
          </a:p>
          <a:p>
            <a:pPr lvl="1" marL="864000" indent="-324000">
              <a:spcBef>
                <a:spcPts val="1134"/>
              </a:spcBef>
              <a:buClr>
                <a:srgbClr val="001553"/>
              </a:buClr>
              <a:buSzPct val="75000"/>
              <a:buFont typeface="Symbol" charset="2"/>
              <a:buChar char=""/>
            </a:pPr>
            <a:r>
              <a:rPr b="0" lang="en-GB" sz="2800" spc="-1" strike="noStrike">
                <a:solidFill>
                  <a:srgbClr val="001553"/>
                </a:solidFill>
                <a:latin typeface="Raleway"/>
              </a:rPr>
              <a:t>Chairs at the back will be arranged for discussion groups</a:t>
            </a:r>
            <a:endParaRPr b="0" lang="en-GB" sz="2800" spc="-1" strike="noStrike">
              <a:solidFill>
                <a:srgbClr val="001553"/>
              </a:solidFill>
              <a:latin typeface="Raleway"/>
            </a:endParaRPr>
          </a:p>
          <a:p>
            <a:pPr lvl="1" marL="864000" indent="-324000">
              <a:spcBef>
                <a:spcPts val="1134"/>
              </a:spcBef>
              <a:buClr>
                <a:srgbClr val="001553"/>
              </a:buClr>
              <a:buSzPct val="75000"/>
              <a:buFont typeface="Symbol" charset="2"/>
              <a:buChar char=""/>
            </a:pPr>
            <a:r>
              <a:rPr b="0" lang="en-GB" sz="2800" spc="-1" strike="noStrike">
                <a:solidFill>
                  <a:srgbClr val="001553"/>
                </a:solidFill>
                <a:latin typeface="Raleway"/>
              </a:rPr>
              <a:t>No recording is planned for this room</a:t>
            </a:r>
            <a:endParaRPr b="0" lang="en-GB" sz="2800" spc="-1" strike="noStrike">
              <a:solidFill>
                <a:srgbClr val="001553"/>
              </a:solidFill>
              <a:latin typeface="Raleway"/>
            </a:endParaRPr>
          </a:p>
          <a:p>
            <a:pPr marL="432000" indent="-324000">
              <a:spcBef>
                <a:spcPts val="1417"/>
              </a:spcBef>
              <a:buClr>
                <a:srgbClr val="001553"/>
              </a:buClr>
              <a:buSzPct val="45000"/>
              <a:buFont typeface="Wingdings" charset="2"/>
              <a:buChar char=""/>
            </a:pPr>
            <a:r>
              <a:rPr b="0" lang="en-GB" sz="3200" spc="-1" strike="noStrike">
                <a:solidFill>
                  <a:srgbClr val="001553"/>
                </a:solidFill>
                <a:latin typeface="Raleway"/>
              </a:rPr>
              <a:t>Short video clips and photos may be taken in any room</a:t>
            </a:r>
            <a:endParaRPr b="0" lang="en-GB" sz="3200" spc="-1" strike="noStrike">
              <a:solidFill>
                <a:srgbClr val="001553"/>
              </a:solidFill>
              <a:latin typeface="Raleway"/>
            </a:endParaRPr>
          </a:p>
          <a:p>
            <a:pPr lvl="1" marL="864000" indent="-324000">
              <a:spcBef>
                <a:spcPts val="1134"/>
              </a:spcBef>
              <a:buClr>
                <a:srgbClr val="001553"/>
              </a:buClr>
              <a:buSzPct val="75000"/>
              <a:buFont typeface="Symbol" charset="2"/>
              <a:buChar char=""/>
            </a:pPr>
            <a:r>
              <a:rPr b="0" lang="en-GB" sz="2800" spc="-1" strike="noStrike">
                <a:solidFill>
                  <a:srgbClr val="001553"/>
                </a:solidFill>
                <a:latin typeface="Raleway"/>
              </a:rPr>
              <a:t>There may also be some “live drawing” done by an artist (to be confirmed)</a:t>
            </a:r>
            <a:endParaRPr b="0" lang="en-GB" sz="2800" spc="-1" strike="noStrike">
              <a:solidFill>
                <a:srgbClr val="001553"/>
              </a:solidFill>
              <a:latin typeface="Raleway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Shape 1"/>
          <p:cNvSpPr txBox="1"/>
          <p:nvPr/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GB" sz="4400" spc="-1" strike="noStrike">
                <a:solidFill>
                  <a:srgbClr val="001553"/>
                </a:solidFill>
                <a:latin typeface="Raleway Black"/>
              </a:rPr>
              <a:t>Including maps is great</a:t>
            </a:r>
            <a:endParaRPr b="0" lang="en-GB" sz="4400" spc="-1" strike="noStrike">
              <a:solidFill>
                <a:srgbClr val="001553"/>
              </a:solidFill>
              <a:latin typeface="Raleway Black"/>
            </a:endParaRPr>
          </a:p>
        </p:txBody>
      </p:sp>
      <p:pic>
        <p:nvPicPr>
          <p:cNvPr id="56" name="" descr=""/>
          <p:cNvPicPr/>
          <p:nvPr/>
        </p:nvPicPr>
        <p:blipFill>
          <a:blip r:embed="rId1"/>
          <a:srcRect l="15528" t="0" r="0" b="0"/>
          <a:stretch/>
        </p:blipFill>
        <p:spPr>
          <a:xfrm>
            <a:off x="3888000" y="1172520"/>
            <a:ext cx="5669640" cy="3579480"/>
          </a:xfrm>
          <a:prstGeom prst="rect">
            <a:avLst/>
          </a:prstGeom>
          <a:ln>
            <a:noFill/>
          </a:ln>
        </p:spPr>
      </p:pic>
      <p:sp>
        <p:nvSpPr>
          <p:cNvPr id="57" name="TextShape 2"/>
          <p:cNvSpPr txBox="1"/>
          <p:nvPr/>
        </p:nvSpPr>
        <p:spPr>
          <a:xfrm>
            <a:off x="504000" y="1172520"/>
            <a:ext cx="3096000" cy="357696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r>
              <a:rPr b="0" lang="en-GB" sz="1800" spc="-1" strike="noStrike">
                <a:latin typeface="Raleway"/>
              </a:rPr>
              <a:t>Delegates enjoy seeing a good map!</a:t>
            </a:r>
            <a:endParaRPr b="0" lang="en-GB" sz="1800" spc="-1" strike="noStrike">
              <a:latin typeface="Arial"/>
            </a:endParaRPr>
          </a:p>
          <a:p>
            <a:endParaRPr b="0" lang="en-GB" sz="1800" spc="-1" strike="noStrike">
              <a:latin typeface="Arial"/>
            </a:endParaRPr>
          </a:p>
          <a:p>
            <a:r>
              <a:rPr b="0" lang="en-GB" sz="1800" spc="-1" strike="noStrike">
                <a:latin typeface="Raleway"/>
              </a:rPr>
              <a:t>Don’t forget to give attribution on the same slide, or credit all images on an end slide.</a:t>
            </a:r>
            <a:endParaRPr b="0" lang="en-GB" sz="1800" spc="-1" strike="noStrike">
              <a:latin typeface="Arial"/>
            </a:endParaRPr>
          </a:p>
          <a:p>
            <a:endParaRPr b="0" lang="en-GB" sz="1800" spc="-1" strike="noStrike">
              <a:latin typeface="Arial"/>
            </a:endParaRPr>
          </a:p>
          <a:p>
            <a:r>
              <a:rPr b="0" lang="en-GB" sz="1800" spc="-1" strike="noStrike">
                <a:latin typeface="Raleway"/>
              </a:rPr>
              <a:t>This map is a screenshot from OpenStreetMap.org</a:t>
            </a:r>
            <a:endParaRPr b="0" lang="en-GB" sz="1800" spc="-1" strike="noStrike">
              <a:latin typeface="Arial"/>
            </a:endParaRPr>
          </a:p>
          <a:p>
            <a:endParaRPr b="0" lang="en-GB" sz="1800" spc="-1" strike="noStrike">
              <a:latin typeface="Arial"/>
            </a:endParaRPr>
          </a:p>
          <a:p>
            <a:r>
              <a:rPr b="0" lang="en-GB" sz="1800" spc="-1" strike="noStrike">
                <a:latin typeface="Raleway"/>
              </a:rPr>
              <a:t>Clap or cheer if you see a good map during a talk.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58" name="TextShape 3"/>
          <p:cNvSpPr txBox="1"/>
          <p:nvPr/>
        </p:nvSpPr>
        <p:spPr>
          <a:xfrm>
            <a:off x="5040000" y="4752000"/>
            <a:ext cx="4536000" cy="238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 algn="r"/>
            <a:r>
              <a:rPr b="0" lang="en-GB" sz="1000" spc="-1" strike="noStrike">
                <a:latin typeface="Raleway"/>
              </a:rPr>
              <a:t>© OpenStreetMap contributors, “Shortbread” style</a:t>
            </a:r>
            <a:endParaRPr b="0" lang="en-GB" sz="1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Shape 1"/>
          <p:cNvSpPr txBox="1"/>
          <p:nvPr/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GB" sz="4400" spc="-1" strike="noStrike">
                <a:solidFill>
                  <a:srgbClr val="001553"/>
                </a:solidFill>
                <a:latin typeface="Raleway Black"/>
              </a:rPr>
              <a:t>Computer infromation</a:t>
            </a:r>
            <a:endParaRPr b="0" lang="en-GB" sz="4400" spc="-1" strike="noStrike">
              <a:solidFill>
                <a:srgbClr val="001553"/>
              </a:solidFill>
              <a:latin typeface="Raleway Black"/>
            </a:endParaRPr>
          </a:p>
        </p:txBody>
      </p:sp>
      <p:sp>
        <p:nvSpPr>
          <p:cNvPr id="60" name="TextShape 2"/>
          <p:cNvSpPr txBox="1"/>
          <p:nvPr/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>
            <a:normAutofit fontScale="75000"/>
          </a:bodyPr>
          <a:p>
            <a:pPr marL="432000" indent="-324000">
              <a:spcBef>
                <a:spcPts val="1417"/>
              </a:spcBef>
              <a:buClr>
                <a:srgbClr val="001553"/>
              </a:buClr>
              <a:buSzPct val="45000"/>
              <a:buFont typeface="Wingdings" charset="2"/>
              <a:buChar char=""/>
            </a:pPr>
            <a:r>
              <a:rPr b="0" lang="en-GB" sz="3200" spc="-1" strike="noStrike">
                <a:solidFill>
                  <a:srgbClr val="001553"/>
                </a:solidFill>
                <a:latin typeface="Raleway"/>
              </a:rPr>
              <a:t>The projectors are 16:9 ratio</a:t>
            </a:r>
            <a:endParaRPr b="0" lang="en-GB" sz="3200" spc="-1" strike="noStrike">
              <a:solidFill>
                <a:srgbClr val="001553"/>
              </a:solidFill>
              <a:latin typeface="Raleway"/>
            </a:endParaRPr>
          </a:p>
          <a:p>
            <a:pPr marL="432000" indent="-324000">
              <a:spcBef>
                <a:spcPts val="1417"/>
              </a:spcBef>
              <a:buClr>
                <a:srgbClr val="001553"/>
              </a:buClr>
              <a:buSzPct val="45000"/>
              <a:buFont typeface="Wingdings" charset="2"/>
              <a:buChar char=""/>
            </a:pPr>
            <a:r>
              <a:rPr b="0" lang="en-GB" sz="3200" spc="-1" strike="noStrike">
                <a:solidFill>
                  <a:srgbClr val="001553"/>
                </a:solidFill>
                <a:latin typeface="Raleway"/>
              </a:rPr>
              <a:t>The computers use Windows 11 and Microsoft Powerpoint M365</a:t>
            </a:r>
            <a:endParaRPr b="0" lang="en-GB" sz="3200" spc="-1" strike="noStrike">
              <a:solidFill>
                <a:srgbClr val="001553"/>
              </a:solidFill>
              <a:latin typeface="Raleway"/>
            </a:endParaRPr>
          </a:p>
          <a:p>
            <a:pPr lvl="1" marL="864000" indent="-324000">
              <a:spcBef>
                <a:spcPts val="1134"/>
              </a:spcBef>
              <a:buClr>
                <a:srgbClr val="001553"/>
              </a:buClr>
              <a:buSzPct val="75000"/>
              <a:buFont typeface="Symbol" charset="2"/>
              <a:buChar char=""/>
            </a:pPr>
            <a:r>
              <a:rPr b="0" lang="en-GB" sz="2800" spc="-1" strike="noStrike">
                <a:solidFill>
                  <a:srgbClr val="001553"/>
                </a:solidFill>
                <a:latin typeface="Raleway"/>
              </a:rPr>
              <a:t>A screen is on the lectern for speaker view/notes</a:t>
            </a:r>
            <a:endParaRPr b="0" lang="en-GB" sz="2800" spc="-1" strike="noStrike">
              <a:solidFill>
                <a:srgbClr val="001553"/>
              </a:solidFill>
              <a:latin typeface="Raleway"/>
            </a:endParaRPr>
          </a:p>
          <a:p>
            <a:pPr lvl="1" marL="864000" indent="-324000">
              <a:spcBef>
                <a:spcPts val="1134"/>
              </a:spcBef>
              <a:buClr>
                <a:srgbClr val="001553"/>
              </a:buClr>
              <a:buSzPct val="75000"/>
              <a:buFont typeface="Symbol" charset="2"/>
              <a:buChar char=""/>
            </a:pPr>
            <a:r>
              <a:rPr b="0" lang="en-GB" sz="2800" spc="-1" strike="noStrike">
                <a:solidFill>
                  <a:srgbClr val="001553"/>
                </a:solidFill>
                <a:latin typeface="Raleway"/>
              </a:rPr>
              <a:t>Edge web-browser is available</a:t>
            </a:r>
            <a:endParaRPr b="0" lang="en-GB" sz="2800" spc="-1" strike="noStrike">
              <a:solidFill>
                <a:srgbClr val="001553"/>
              </a:solidFill>
              <a:latin typeface="Raleway"/>
            </a:endParaRPr>
          </a:p>
          <a:p>
            <a:pPr lvl="1" marL="864000" indent="-324000">
              <a:spcBef>
                <a:spcPts val="1134"/>
              </a:spcBef>
              <a:buClr>
                <a:srgbClr val="001553"/>
              </a:buClr>
              <a:buSzPct val="75000"/>
              <a:buFont typeface="Symbol" charset="2"/>
              <a:buChar char=""/>
            </a:pPr>
            <a:r>
              <a:rPr b="0" lang="en-GB" sz="2800" spc="-1" strike="noStrike">
                <a:solidFill>
                  <a:srgbClr val="001553"/>
                </a:solidFill>
                <a:latin typeface="Raleway"/>
              </a:rPr>
              <a:t>Edge can be used to open PDF slideshows</a:t>
            </a:r>
            <a:endParaRPr b="0" lang="en-GB" sz="2800" spc="-1" strike="noStrike">
              <a:solidFill>
                <a:srgbClr val="001553"/>
              </a:solidFill>
              <a:latin typeface="Raleway"/>
            </a:endParaRPr>
          </a:p>
          <a:p>
            <a:pPr marL="432000" indent="-324000">
              <a:spcBef>
                <a:spcPts val="1417"/>
              </a:spcBef>
              <a:buClr>
                <a:srgbClr val="001553"/>
              </a:buClr>
              <a:buSzPct val="45000"/>
              <a:buFont typeface="Wingdings" charset="2"/>
              <a:buChar char=""/>
            </a:pPr>
            <a:r>
              <a:rPr b="0" lang="en-GB" sz="3200" spc="-1" strike="noStrike">
                <a:solidFill>
                  <a:srgbClr val="001553"/>
                </a:solidFill>
                <a:latin typeface="Raleway"/>
              </a:rPr>
              <a:t>USB sockets available to use your own clicker</a:t>
            </a:r>
            <a:endParaRPr b="0" lang="en-GB" sz="3200" spc="-1" strike="noStrike">
              <a:solidFill>
                <a:srgbClr val="001553"/>
              </a:solidFill>
              <a:latin typeface="Raleway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Shape 1"/>
          <p:cNvSpPr txBox="1"/>
          <p:nvPr/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GB" sz="4400" spc="-1" strike="noStrike">
                <a:solidFill>
                  <a:srgbClr val="001553"/>
                </a:solidFill>
                <a:latin typeface="Raleway Black"/>
              </a:rPr>
              <a:t>Providing your slides</a:t>
            </a:r>
            <a:endParaRPr b="0" lang="en-GB" sz="4400" spc="-1" strike="noStrike">
              <a:solidFill>
                <a:srgbClr val="001553"/>
              </a:solidFill>
              <a:latin typeface="Raleway Black"/>
            </a:endParaRPr>
          </a:p>
        </p:txBody>
      </p:sp>
      <p:sp>
        <p:nvSpPr>
          <p:cNvPr id="62" name="TextShape 2"/>
          <p:cNvSpPr txBox="1"/>
          <p:nvPr/>
        </p:nvSpPr>
        <p:spPr>
          <a:xfrm>
            <a:off x="504000" y="1172520"/>
            <a:ext cx="3096000" cy="330876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r>
              <a:rPr b="0" lang="en-GB" sz="1800" spc="-1" strike="noStrike">
                <a:latin typeface="Raleway"/>
              </a:rPr>
              <a:t>At the </a:t>
            </a:r>
            <a:r>
              <a:rPr b="0" lang="en-GB" sz="1800" spc="-1" strike="noStrike" u="sng">
                <a:uFillTx/>
                <a:latin typeface="Raleway"/>
              </a:rPr>
              <a:t>start</a:t>
            </a:r>
            <a:r>
              <a:rPr b="0" lang="en-GB" sz="1800" spc="-1" strike="noStrike">
                <a:latin typeface="Raleway"/>
              </a:rPr>
              <a:t> of the break before your session, please meet the session-host at the front of the room.</a:t>
            </a:r>
            <a:endParaRPr b="0" lang="en-GB" sz="1800" spc="-1" strike="noStrike">
              <a:latin typeface="Arial"/>
            </a:endParaRPr>
          </a:p>
          <a:p>
            <a:endParaRPr b="0" lang="en-GB" sz="1800" spc="-1" strike="noStrike">
              <a:latin typeface="Arial"/>
            </a:endParaRPr>
          </a:p>
          <a:p>
            <a:r>
              <a:rPr b="0" lang="en-GB" sz="1800" spc="-1" strike="noStrike">
                <a:latin typeface="Raleway"/>
              </a:rPr>
              <a:t>Provide your talk on a USB-stick, or use the provided one to copy it across.</a:t>
            </a:r>
            <a:endParaRPr b="0" lang="en-GB" sz="1800" spc="-1" strike="noStrike">
              <a:latin typeface="Arial"/>
            </a:endParaRPr>
          </a:p>
          <a:p>
            <a:endParaRPr b="0" lang="en-GB" sz="1800" spc="-1" strike="noStrike">
              <a:latin typeface="Arial"/>
            </a:endParaRPr>
          </a:p>
          <a:p>
            <a:r>
              <a:rPr b="0" lang="en-GB" sz="1800" spc="-1" strike="noStrike">
                <a:latin typeface="Raleway"/>
              </a:rPr>
              <a:t>Filenames with your talk title will make organisation easier for us.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63" name="TextShape 3"/>
          <p:cNvSpPr txBox="1"/>
          <p:nvPr/>
        </p:nvSpPr>
        <p:spPr>
          <a:xfrm>
            <a:off x="5040000" y="4752000"/>
            <a:ext cx="4536000" cy="23832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 algn="r"/>
            <a:r>
              <a:rPr b="0" lang="en-GB" sz="1000" spc="-1" strike="noStrike">
                <a:latin typeface="Raleway"/>
              </a:rPr>
              <a:t>© OpenStreetMap contributors, “Shortbread” style</a:t>
            </a:r>
            <a:endParaRPr b="0" lang="en-GB" sz="1000" spc="-1" strike="noStrike">
              <a:latin typeface="Arial"/>
            </a:endParaRPr>
          </a:p>
        </p:txBody>
      </p:sp>
      <p:graphicFrame>
        <p:nvGraphicFramePr>
          <p:cNvPr id="64" name="Table 4"/>
          <p:cNvGraphicFramePr/>
          <p:nvPr/>
        </p:nvGraphicFramePr>
        <p:xfrm>
          <a:off x="4028400" y="1175760"/>
          <a:ext cx="5075280" cy="3134520"/>
        </p:xfrm>
        <a:graphic>
          <a:graphicData uri="http://schemas.openxmlformats.org/drawingml/2006/table">
            <a:tbl>
              <a:tblPr/>
              <a:tblGrid>
                <a:gridCol w="1691640"/>
                <a:gridCol w="1691640"/>
                <a:gridCol w="1692360"/>
              </a:tblGrid>
              <a:tr h="447840">
                <a:tc>
                  <a:txBody>
                    <a:bodyPr lIns="90000" rIns="90000" tIns="46800" bIns="46800">
                      <a:noAutofit/>
                    </a:bodyPr>
                    <a:p>
                      <a:r>
                        <a:rPr b="0" lang="en-GB" sz="1200" spc="-1" strike="noStrike">
                          <a:latin typeface="Raleway"/>
                        </a:rPr>
                        <a:t>12 – 1pm</a:t>
                      </a:r>
                      <a:endParaRPr b="0" lang="en-GB" sz="1200" spc="-1" strike="noStrike"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xBody>
                    <a:bodyPr lIns="90000" rIns="90000" tIns="46800" bIns="46800">
                      <a:noAutofit/>
                    </a:bodyPr>
                    <a:p>
                      <a:r>
                        <a:rPr b="0" lang="en-GB" sz="1200" spc="-1" strike="noStrike">
                          <a:latin typeface="Raleway"/>
                        </a:rPr>
                        <a:t>Lunch</a:t>
                      </a:r>
                      <a:endParaRPr b="0" lang="en-GB" sz="1200" spc="-1" strike="noStrike">
                        <a:latin typeface="Raleway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  <a:tc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b3b3b3"/>
                    </a:solidFill>
                  </a:tcPr>
                </a:tc>
              </a:tr>
              <a:tr h="447840">
                <a:tc>
                  <a:txBody>
                    <a:bodyPr lIns="90000" rIns="90000" tIns="46800" bIns="46800">
                      <a:noAutofit/>
                    </a:bodyPr>
                    <a:p>
                      <a:r>
                        <a:rPr b="0" lang="en-GB" sz="1200" spc="-1" strike="noStrike">
                          <a:latin typeface="Raleway"/>
                        </a:rPr>
                        <a:t>1pm</a:t>
                      </a:r>
                      <a:endParaRPr b="0" lang="en-GB" sz="1200" spc="-1" strike="noStrike">
                        <a:latin typeface="Raleway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tIns="46800" bIns="46800">
                      <a:noAutofit/>
                    </a:bodyPr>
                    <a:p>
                      <a:r>
                        <a:rPr b="0" lang="en-GB" sz="1200" spc="-1" strike="noStrike">
                          <a:latin typeface="Raleway"/>
                        </a:rPr>
                        <a:t>Talk C</a:t>
                      </a:r>
                      <a:endParaRPr b="0" lang="en-GB" sz="1200" spc="-1" strike="noStrike">
                        <a:latin typeface="Raleway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 rowSpan="3">
                  <a:txBody>
                    <a:bodyPr lIns="90000" rIns="90000" tIns="46800" bIns="46800">
                      <a:noAutofit/>
                    </a:bodyPr>
                    <a:p>
                      <a:r>
                        <a:rPr b="0" lang="en-GB" sz="1200" spc="-1" strike="noStrike">
                          <a:latin typeface="Raleway"/>
                        </a:rPr>
                        <a:t>Speakers for these talks should go to the room at 12pm with their slides, and to meet the session host.</a:t>
                      </a:r>
                      <a:endParaRPr b="0" lang="en-GB" sz="1200" spc="-1" strike="noStrike">
                        <a:latin typeface="Raleway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  <a:tr h="447840">
                <a:tc>
                  <a:txBody>
                    <a:bodyPr lIns="90000" rIns="90000" tIns="46800" bIns="46800">
                      <a:noAutofit/>
                    </a:bodyPr>
                    <a:p>
                      <a:r>
                        <a:rPr b="0" lang="en-GB" sz="1200" spc="-1" strike="noStrike">
                          <a:latin typeface="Raleway"/>
                        </a:rPr>
                        <a:t>1:30pm</a:t>
                      </a:r>
                      <a:endParaRPr b="0" lang="en-GB" sz="1200" spc="-1" strike="noStrike">
                        <a:latin typeface="Raleway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tIns="46800" bIns="46800">
                      <a:noAutofit/>
                    </a:bodyPr>
                    <a:p>
                      <a:r>
                        <a:rPr b="0" lang="en-GB" sz="1200" spc="-1" strike="noStrike">
                          <a:latin typeface="Raleway"/>
                        </a:rPr>
                        <a:t>Talk D</a:t>
                      </a:r>
                      <a:endParaRPr b="0" lang="en-GB" sz="1200" spc="-1" strike="noStrike">
                        <a:latin typeface="Raleway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 vMerge="1"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</a:tr>
              <a:tr h="447840">
                <a:tc>
                  <a:txBody>
                    <a:bodyPr lIns="90000" rIns="90000" tIns="46800" bIns="46800">
                      <a:noAutofit/>
                    </a:bodyPr>
                    <a:p>
                      <a:r>
                        <a:rPr b="0" lang="en-GB" sz="1200" spc="-1" strike="noStrike">
                          <a:latin typeface="Raleway"/>
                        </a:rPr>
                        <a:t>2pm</a:t>
                      </a:r>
                      <a:endParaRPr b="0" lang="en-GB" sz="1200" spc="-1" strike="noStrike">
                        <a:latin typeface="Raleway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tIns="46800" bIns="46800">
                      <a:noAutofit/>
                    </a:bodyPr>
                    <a:p>
                      <a:r>
                        <a:rPr b="0" lang="en-GB" sz="1200" spc="-1" strike="noStrike">
                          <a:latin typeface="Raleway"/>
                        </a:rPr>
                        <a:t>Talk E</a:t>
                      </a:r>
                      <a:endParaRPr b="0" lang="en-GB" sz="1200" spc="-1" strike="noStrike">
                        <a:latin typeface="Raleway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 vMerge="1"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  <a:tr h="447840">
                <a:tc>
                  <a:txBody>
                    <a:bodyPr lIns="90000" rIns="90000" tIns="46800" bIns="46800">
                      <a:noAutofit/>
                    </a:bodyPr>
                    <a:p>
                      <a:r>
                        <a:rPr b="0" lang="en-GB" sz="1200" spc="-1" strike="noStrike">
                          <a:latin typeface="Raleway"/>
                        </a:rPr>
                        <a:t>2:30 - 3pm</a:t>
                      </a:r>
                      <a:endParaRPr b="0" lang="en-GB" sz="1200" spc="-1" strike="noStrike">
                        <a:latin typeface="Raleway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tIns="46800" bIns="46800">
                      <a:noAutofit/>
                    </a:bodyPr>
                    <a:p>
                      <a:r>
                        <a:rPr b="0" lang="en-GB" sz="1200" spc="-1" strike="noStrike">
                          <a:latin typeface="Raleway"/>
                        </a:rPr>
                        <a:t>Tea &amp; Coffee</a:t>
                      </a:r>
                      <a:endParaRPr b="0" lang="en-GB" sz="1200" spc="-1" strike="noStrike">
                        <a:latin typeface="Raleway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</a:tr>
              <a:tr h="447840">
                <a:tc>
                  <a:txBody>
                    <a:bodyPr lIns="90000" rIns="90000" tIns="46800" bIns="46800">
                      <a:noAutofit/>
                    </a:bodyPr>
                    <a:p>
                      <a:r>
                        <a:rPr b="0" lang="en-GB" sz="1200" spc="-1" strike="noStrike">
                          <a:latin typeface="Raleway"/>
                        </a:rPr>
                        <a:t>3pm</a:t>
                      </a:r>
                      <a:endParaRPr b="0" lang="en-GB" sz="1200" spc="-1" strike="noStrike">
                        <a:latin typeface="Raleway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 lIns="90000" rIns="90000" tIns="46800" bIns="46800">
                      <a:noAutofit/>
                    </a:bodyPr>
                    <a:p>
                      <a:r>
                        <a:rPr b="0" lang="en-GB" sz="1200" spc="-1" strike="noStrike">
                          <a:latin typeface="Raleway"/>
                        </a:rPr>
                        <a:t>Talk F</a:t>
                      </a:r>
                      <a:endParaRPr b="0" lang="en-GB" sz="1200" spc="-1" strike="noStrike">
                        <a:latin typeface="Raleway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  <a:tc rowSpan="2">
                  <a:txBody>
                    <a:bodyPr lIns="90000" rIns="90000" tIns="46800" bIns="46800">
                      <a:noAutofit/>
                    </a:bodyPr>
                    <a:p>
                      <a:r>
                        <a:rPr b="0" lang="en-GB" sz="1200" spc="-1" strike="noStrike">
                          <a:latin typeface="Raleway"/>
                        </a:rPr>
                        <a:t>Speakers for these talks should go to the room at 2:30pm</a:t>
                      </a:r>
                      <a:endParaRPr b="0" lang="en-GB" sz="1200" spc="-1" strike="noStrike">
                        <a:latin typeface="Raleway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cccccc"/>
                    </a:solidFill>
                  </a:tcPr>
                </a:tc>
              </a:tr>
              <a:tr h="447840">
                <a:tc>
                  <a:txBody>
                    <a:bodyPr lIns="90000" rIns="90000" tIns="46800" bIns="46800">
                      <a:noAutofit/>
                    </a:bodyPr>
                    <a:p>
                      <a:r>
                        <a:rPr b="0" lang="en-GB" sz="1200" spc="-1" strike="noStrike">
                          <a:latin typeface="Raleway"/>
                        </a:rPr>
                        <a:t>3:30pm</a:t>
                      </a:r>
                      <a:endParaRPr b="0" lang="en-GB" sz="1200" spc="-1" strike="noStrike">
                        <a:latin typeface="Raleway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 lIns="90000" rIns="90000" tIns="46800" bIns="46800">
                      <a:noAutofit/>
                    </a:bodyPr>
                    <a:p>
                      <a:r>
                        <a:rPr b="0" lang="en-GB" sz="1200" spc="-1" strike="noStrike">
                          <a:latin typeface="Raleway"/>
                        </a:rPr>
                        <a:t>Talk G</a:t>
                      </a:r>
                      <a:endParaRPr b="0" lang="en-GB" sz="1200" spc="-1" strike="noStrike">
                        <a:latin typeface="Raleway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  <a:tc vMerge="1">
                  <a:tcPr marL="90000" marR="90000">
                    <a:lnL w="720">
                      <a:solidFill>
                        <a:srgbClr val="ffffff"/>
                      </a:solidFill>
                    </a:lnL>
                    <a:lnR w="720">
                      <a:solidFill>
                        <a:srgbClr val="ffffff"/>
                      </a:solidFill>
                    </a:lnR>
                    <a:lnT w="720">
                      <a:solidFill>
                        <a:srgbClr val="ffffff"/>
                      </a:solidFill>
                    </a:lnT>
                    <a:lnB w="720">
                      <a:solidFill>
                        <a:srgbClr val="ffffff"/>
                      </a:solidFill>
                    </a:lnB>
                    <a:solidFill>
                      <a:srgbClr val="e6e6e6"/>
                    </a:solidFill>
                  </a:tcPr>
                </a:tc>
              </a:tr>
            </a:tbl>
          </a:graphicData>
        </a:graphic>
      </p:graphicFrame>
      <p:sp>
        <p:nvSpPr>
          <p:cNvPr id="65" name="TextShape 5"/>
          <p:cNvSpPr txBox="1"/>
          <p:nvPr/>
        </p:nvSpPr>
        <p:spPr>
          <a:xfrm>
            <a:off x="4028400" y="4310280"/>
            <a:ext cx="5043600" cy="29916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 algn="ctr"/>
            <a:r>
              <a:rPr b="0" lang="en-GB" sz="1400" spc="-1" strike="noStrike">
                <a:latin typeface="Raleway Black"/>
              </a:rPr>
              <a:t>Actual schedule timings are on the website</a:t>
            </a:r>
            <a:endParaRPr b="0" lang="en-GB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CustomShape 1"/>
          <p:cNvSpPr/>
          <p:nvPr/>
        </p:nvSpPr>
        <p:spPr>
          <a:xfrm>
            <a:off x="0" y="0"/>
            <a:ext cx="10080000" cy="5670000"/>
          </a:xfrm>
          <a:prstGeom prst="rect">
            <a:avLst/>
          </a:prstGeom>
          <a:solidFill>
            <a:srgbClr val="001553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7" name="CustomShape 2"/>
          <p:cNvSpPr/>
          <p:nvPr/>
        </p:nvSpPr>
        <p:spPr>
          <a:xfrm>
            <a:off x="3672000" y="812520"/>
            <a:ext cx="5903640" cy="1707480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8" name="TextShape 3"/>
          <p:cNvSpPr txBox="1"/>
          <p:nvPr/>
        </p:nvSpPr>
        <p:spPr>
          <a:xfrm>
            <a:off x="3456000" y="884520"/>
            <a:ext cx="6119640" cy="156348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GB" sz="5400" spc="-1" strike="noStrike">
                <a:solidFill>
                  <a:srgbClr val="001553"/>
                </a:solidFill>
                <a:latin typeface="Raleway Black"/>
              </a:rPr>
              <a:t>Title of Talk</a:t>
            </a:r>
            <a:endParaRPr b="0" lang="en-GB" sz="5400" spc="-1" strike="noStrike">
              <a:latin typeface="Arial"/>
            </a:endParaRPr>
          </a:p>
          <a:p>
            <a:pPr algn="ctr"/>
            <a:r>
              <a:rPr b="0" lang="en-GB" sz="3200" spc="-1" strike="noStrike">
                <a:solidFill>
                  <a:srgbClr val="f82249"/>
                </a:solidFill>
                <a:latin typeface="Raleway"/>
              </a:rPr>
              <a:t>Optional subtitle</a:t>
            </a:r>
            <a:endParaRPr b="0" lang="en-GB" sz="3200" spc="-1" strike="noStrike">
              <a:latin typeface="Arial"/>
            </a:endParaRPr>
          </a:p>
        </p:txBody>
      </p:sp>
      <p:pic>
        <p:nvPicPr>
          <p:cNvPr id="69" name="" descr=""/>
          <p:cNvPicPr/>
          <p:nvPr/>
        </p:nvPicPr>
        <p:blipFill>
          <a:blip r:embed="rId1"/>
          <a:stretch/>
        </p:blipFill>
        <p:spPr>
          <a:xfrm>
            <a:off x="504000" y="504000"/>
            <a:ext cx="3579480" cy="3579480"/>
          </a:xfrm>
          <a:prstGeom prst="rect">
            <a:avLst/>
          </a:prstGeom>
          <a:ln>
            <a:noFill/>
          </a:ln>
        </p:spPr>
      </p:pic>
      <p:sp>
        <p:nvSpPr>
          <p:cNvPr id="70" name="TextShape 4"/>
          <p:cNvSpPr txBox="1"/>
          <p:nvPr/>
        </p:nvSpPr>
        <p:spPr>
          <a:xfrm>
            <a:off x="3600000" y="432000"/>
            <a:ext cx="5976000" cy="35856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 algn="ctr"/>
            <a:r>
              <a:rPr b="0" lang="en-GB" sz="1800" spc="-1" strike="noStrike">
                <a:solidFill>
                  <a:srgbClr val="f82249"/>
                </a:solidFill>
                <a:latin typeface="Raleway Black"/>
              </a:rPr>
              <a:t>State of the Map Europe 2025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71" name="TextShape 5"/>
          <p:cNvSpPr txBox="1"/>
          <p:nvPr/>
        </p:nvSpPr>
        <p:spPr>
          <a:xfrm>
            <a:off x="3672000" y="2556000"/>
            <a:ext cx="5904000" cy="2595960"/>
          </a:xfrm>
          <a:prstGeom prst="rect">
            <a:avLst/>
          </a:prstGeom>
          <a:noFill/>
          <a:ln>
            <a:noFill/>
          </a:ln>
        </p:spPr>
        <p:txBody>
          <a:bodyPr lIns="90000" rIns="90000" tIns="45000" bIns="45000">
            <a:noAutofit/>
          </a:bodyPr>
          <a:p>
            <a:pPr algn="ctr">
              <a:lnSpc>
                <a:spcPct val="100000"/>
              </a:lnSpc>
            </a:pPr>
            <a:r>
              <a:rPr b="0" lang="en-GB" sz="3200" spc="-1" strike="noStrike">
                <a:solidFill>
                  <a:srgbClr val="ffffff"/>
                </a:solidFill>
                <a:latin typeface="Raleway"/>
              </a:rPr>
              <a:t>Mr Speaker Name</a:t>
            </a:r>
            <a:endParaRPr b="0" lang="en-GB" sz="32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GB" sz="3200" spc="-1" strike="noStrike">
                <a:solidFill>
                  <a:srgbClr val="ffffff"/>
                </a:solidFill>
                <a:latin typeface="Raleway"/>
              </a:rPr>
              <a:t>Company Affiliation</a:t>
            </a:r>
            <a:endParaRPr b="0" lang="en-GB" sz="32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GB" sz="32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GB" sz="2400" spc="-1" strike="noStrike">
                <a:solidFill>
                  <a:srgbClr val="ffffff"/>
                </a:solidFill>
                <a:latin typeface="Raleway"/>
              </a:rPr>
              <a:t>https://2025.stateofthemap.eu</a:t>
            </a:r>
            <a:endParaRPr b="0" lang="en-GB" sz="2400" spc="-1" strike="noStrike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GB" sz="2400" spc="-1" strike="noStrike">
                <a:solidFill>
                  <a:srgbClr val="ffffff"/>
                </a:solidFill>
                <a:latin typeface="Raleway"/>
              </a:rPr>
              <a:t>Mastodon: en.osm.town/sotmeu</a:t>
            </a:r>
            <a:br/>
            <a:r>
              <a:rPr b="0" lang="en-GB" sz="2400" spc="-1" strike="noStrike">
                <a:solidFill>
                  <a:srgbClr val="ffffff"/>
                </a:solidFill>
                <a:latin typeface="Raleway"/>
              </a:rPr>
              <a:t>Instagram: openstreetmapuk</a:t>
            </a:r>
            <a:endParaRPr b="0" lang="en-GB" sz="2400" spc="-1" strike="noStrike">
              <a:latin typeface="Arial"/>
            </a:endParaRPr>
          </a:p>
        </p:txBody>
      </p:sp>
      <p:pic>
        <p:nvPicPr>
          <p:cNvPr id="72" name="" descr=""/>
          <p:cNvPicPr/>
          <p:nvPr/>
        </p:nvPicPr>
        <p:blipFill>
          <a:blip r:embed="rId2"/>
          <a:srcRect l="0" t="0" r="38615" b="43168"/>
          <a:stretch/>
        </p:blipFill>
        <p:spPr>
          <a:xfrm flipH="1">
            <a:off x="-18360" y="2422800"/>
            <a:ext cx="4921200" cy="322164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</TotalTime>
  <Application>LibreOffice/6.4.7.2$Linux_X86_64 LibreOffice_project/40$Build-2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2025-10-25T14:53:15Z</dcterms:created>
  <dc:creator/>
  <dc:description/>
  <dc:language>en-GB</dc:language>
  <cp:lastModifiedBy/>
  <dcterms:modified xsi:type="dcterms:W3CDTF">2025-11-06T15:48:57Z</dcterms:modified>
  <cp:revision>3</cp:revision>
  <dc:subject/>
  <dc:title/>
</cp:coreProperties>
</file>